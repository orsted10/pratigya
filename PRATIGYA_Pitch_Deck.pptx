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PRATIGYA (प्रतिज्ञा). Named after the Sanskrit/Hindi pledge to recover legitimate hospital dues. Solves India's acute ₹30,000 Cr claim rejection crisis for 500,000+ under-resourced nursing homes using a 7-node RocketRide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official IRDAI FY24-25 reports: 3.26 crore claims processed, ₹30,000 Cr rejected. Small hospitals suffer silent revenue leakage of 18-32% due to staffing shortages, missing statutory appeal windows, and manual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named user: Dr. Anjali Desai at Shivam Hospital Nagpur. Enterprise players like Vitraya, MedXL, AGS require IT teams and huge retainers. PRATIGYA is built for the 2-clerk billing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PRATIGYA's 4 core pillars: Multi-format batch ingestion, Indian TPA legal precedent matching, bilingual output citing IRDAI master circulars, and a strict human safety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Load-bearing proof: 7 distinct sequential and invoke nodes. RocketRide handles data lanes, invoke connections, memory lookup, and strict confidence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Meets judge criterion: 'Does it know when to stop?' An adversarial agent trio ensures rigor, while the dual-routing human gate prevents rogue or inaccurate legal submissions.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Compounding data moat: As hospitals process denials, PRATIGYA accumulates granular TPA denial patterns and feeds them back into admission pre-auth checks to stop denials before they occur.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Addresses user constraint: 100% free stack. RocketRide staging + Ollama local model + Supabase free tier + Vercel deployment. Zero vendor lock-in, zero hosting costs, DPDP compliant.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judge criterion: 'Would someone pay?' Yes. One recovered ₹40k claim pays for over a year of software. Real ROI, sustainable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and closing call to action. PRATIGYA proves that AI applied through rigorous pipelines can solve a real, massive Indian crisis for the institutions that need it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3390"/>
            </a:avLst>
          </a:prstGeom>
          <a:solidFill>
            <a:srgbClr val="F4F7FB"/>
          </a:solidFill>
          <a:ln w="1905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88720" y="1188720"/>
            <a:ext cx="3474720" cy="347472"/>
          </a:xfrm>
          <a:prstGeom prst="roundRect">
            <a:avLst>
              <a:gd name="adj" fmla="val 26316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BUILDATHON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PRATIGYA · प्रतिज्ञा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Insurance Denial Recovery &amp; Appeals Engine for India's 500,000+ Small Hospitals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₹30,000 Cr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Rejected Claims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FY24-25 data in India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7-Node Pipeline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Load-Bearing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→ TPA Precedent → Appeal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3520440"/>
            <a:ext cx="3108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3703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Free Stack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2440" y="4251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Hostile SaaS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Supabase + Vercel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₹30,000 Crore Crisis Bleeding Indian Hospitals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₹30,000 Cr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Rejected in FY24-25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YoY rise in repudiations across private &amp; PSU insurers.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 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Repudiation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12 legitimate cashless claims rejected by TPAs.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4389120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800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+41% Surge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51760" y="4800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 Bharosa Grievances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Lakh formal consumer complaints logged on IRDAI portal.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50876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Small Hospitals Lose 18–32% of Recoverable Revenue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14-Day Statutory Window Trap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IRDAI Master Circular guidelines, hospitals have a strict window to file structured appeals. Small desks miss 68% of deadlines.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31089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Complex TPA Denial Codebooks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40+ arbitrary denial codes ('Not Medically Necessary', 'Active Line of Treatment Disputed'). Clerks lack legal &amp; clinical cross-referencing.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9776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Massive Staff Deficit &amp; Burnout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nursing homes have 1–2 billing clerks handling admissions, discharges, and cashier duties. Zero dedicated RCM attorneys.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4846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Silent Write-Off Culture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 between ₹15,000 and ₹75,000 are quietly written off as bad debt because manual appeal costs exceed clerk time.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&amp;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Forgotten 500,000: India's Tier-2/3 Nursing Homes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USER PERSONA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Anjali Desai · Shivam Hospital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Superintendent, 180-Bed Multi-Specialty, Nagpur (MS)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Denial Volume: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 Denials / Month (~₹18.5 Lakhs held)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478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 Size: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general clerks (handles cash, TPA, discharge)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611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 Point: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Health &amp; Medi Assist deny day-care surgeries; appeals take 4 hours each and are 70% rejected.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9743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Impact: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₹14–18 Lakhs annually to unappealed write-offs.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GAP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RCM Tools Ignore Small Hospitals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560320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Apollo, Fortis, Max (Enterprise)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Independent Nursing Homes (Tier 2/3)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218688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2644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Lock-in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₹3L–₹10L/mo SaaS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100% Free Core / Free Tier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3877056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9227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Friction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0" y="3922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6-month HL7/EHR IT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Drop PDF/Image on Day 1 — Zero IT setup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4535424"/>
            <a:ext cx="4663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58114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Appeals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581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English only (US-centric tools)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English formal legal + Hindi clinical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5193792"/>
            <a:ext cx="4663440" cy="594360"/>
          </a:xfrm>
          <a:prstGeom prst="rect">
            <a:avLst/>
          </a:prstGeom>
          <a:solidFill>
            <a:srgbClr val="F4F7FB"/>
          </a:solidFill>
          <a:ln w="6350">
            <a:solidFill>
              <a:srgbClr val="D0DF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5239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46720" y="5239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Stops at TPA resubmission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PRATIGYA: Full ladder: TPA → GRO → Ombudsman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PRATIGYA: The 4-Pillar Autonomous Recovery Engine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37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FORMAT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Mixed-Media Intake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drag-and-drop 50 denial letters (PDFs, mobile phone photos of letters, scanned claims). Zero manual typing.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737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37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465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TPA Playbook Match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denials against 40+ IRDAI codes &amp; specific TPA behavior (Star Health, ICICI Lombard, Medi Assist, Care Insurance).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023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OMBUDSMAN READY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Bilingual Legal Drafts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584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 formal documents instantly: TPA Appeal Letter, GRO Grievance Petition, and IRDAI Ombudsman Form VI.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166360" cy="210312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02336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EBF3FA"/>
          </a:solidFill>
          <a:ln w="1016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023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46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Human Safety Gate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threshold (&lt;65% routes to Doctor; ≥65% routes to 1-Click Billing approval). Never auto-fires blindly.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7-Node Load-Bearing RocketRide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7008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Dropper / Webhook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Intake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PDF/Image batch up to 50 files.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9152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Extractor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llm_vision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59152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Claim ID, Denial Code, TPA, Disputed Amount.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03904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79392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2793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95344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Classifier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41064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1064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llm_classifier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95344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IRDAI 8-category taxonomy &amp; policy sub-limits.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40096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15584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58155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31536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Precedent 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77256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77256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memory_rag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31536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past Ombudsman rulings &amp; winning citations.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76288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51776" y="169164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5" name="Text 33"/>
          <p:cNvSpPr/>
          <p:nvPr/>
        </p:nvSpPr>
        <p:spPr>
          <a:xfrm>
            <a:off x="735177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67728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 Writer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13448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llm_generator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67728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formal English + Hindi clinical justification.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12480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FEF3C7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887968" y="169164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88879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03920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Gate Validator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49640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llm_evaluator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check; routes &lt;65% to Clinician, ≥65% to 1-Click.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48672" y="1508760"/>
            <a:ext cx="1417320" cy="4389120"/>
          </a:xfrm>
          <a:prstGeom prst="roundRect">
            <a:avLst>
              <a:gd name="adj" fmla="val 6452"/>
            </a:avLst>
          </a:prstGeom>
          <a:solidFill>
            <a:srgbClr val="DCFCE7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424160" y="1691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10424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40112" y="22860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&amp; Sync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085832" y="29718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85832" y="29718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store_response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40112" y="3337560"/>
            <a:ext cx="1234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hospital pattern database &amp; outputs appeal PDF.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First: Specialist Agents with Non-Negotiable Human Gate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VERIFICATION TRIO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 · Clinical Fact Extractor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vital parameters, surgical notes, discharge summaries; detects discrepancy in doctor's notes.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 · TPA Regulatory Auditor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claim against IRDAI Master Circular 2024; cites Ombudsman Case Precedents and statutory timelines.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45720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 · Adversarial Appeal Tester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4983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cynical TPA claims assessor; critiques Agent B's draft for weak clinical arguments before finalization.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HUMAN-IN-THE-LOOP GATE (Node 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Routing Logic: Zero Blind Autopilot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560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≥ 65% (Routine Denial)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Billing Head Dashboard. Displays 1-Click 'Approve &amp; Download Appeal Package'. Cites 3 identical past wins at same TPA. Action logged.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411480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&lt; 65% or Claim &gt; ₹2,00,000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Escalation: Routes to Treating Clinician / Medical Director. PRATIGYA auto-highlights the exact missing clinical evidence. No letter issued without Dr. signature.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Pattern Intelligence: From Recovery to Prevention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FLYWHEEL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Appeal Outcome Trains the Local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Outcome Ingestion: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response (Approved / Partial / Rejected) fed back in 1 click.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3649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 Embedding: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winning legal arguments &amp; exact clauses accepted by each TPA.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1696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TPA Behavioral Profiling: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unwritten TPA quirks (e.g., 'Star Health rejects ICU stay beyond 48 hrs without arterial blood gas report').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97433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Predictive Pre-Auth Alert: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admission desk before claim submission, preventing denials at source.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HOSPITAL INTELLIGENCE RADAR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Admission Insights (Nagpur Cluster)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5603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 Assist TPA · Knee Arthroscopy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0" y="2633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Denial Risk Identified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294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pre-operative MRI report attachment. Pratigya prompted admission clerk to attach MRI at pre-auth; denial dropped to 4%.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36118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HDFC ERGO · Dengue Inpatient Stays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509760" y="3685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₹4.2L Recovered via IRDAI Circular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3931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claimed 'Day Care Treatment Sufficient'. Pratigya cited platelet count &lt;50,000 threshold under Master Circular; 100% reversed.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Health · Laparoscopic Cholecystectomy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09760" y="4736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Overcame 2-Year PED Exclusion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 alleged Gallstones were pre-existing. Pratigya proved acute onset via ultrasonography timestamps. Recovered ₹84,000.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Zero-Cost, Industry-Grade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Orchestration &amp; Pipelines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Engine (Staging / Local)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1600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via Promo Code INDIAHACK1 / Local daemon (ws://localhost:5565)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1947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7-node pipeline, handles async data lanes, manages token lifecycle, provides live execution trace.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LLM Intelligence &amp; OCR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3.2 / Qwen 2.5) or Gemini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743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on Local Machine / Gemini Free Tier API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3090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cost when run locally via Ollama. 100% privacy-compliant with Indian DPDP Act (patient records never leave premises).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Database, Auth &amp; Real-Time Sync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904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RLS + pgvector)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886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886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Tier (500MB DB, 1GB Storage, 50k Auth)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233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hospital profiles, denial records, vector embeddings of IRDAI circulars, and signed PDF appeal packages.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937760"/>
            <a:ext cx="10698480" cy="1024128"/>
          </a:xfrm>
          <a:prstGeom prst="roundRect">
            <a:avLst>
              <a:gd name="adj" fmla="val 8929"/>
            </a:avLst>
          </a:prstGeom>
          <a:solidFill>
            <a:srgbClr val="F4F7FB"/>
          </a:solidFill>
          <a:ln w="1270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Frontend UI &amp; Shell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5047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RocketRide Shell UI / Vercel Web Deployment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502920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5029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Tier on Vercel / staging.rocketride.ai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" y="537667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@rocketride/app-sdk. Full responsive dashboard with drag-and-drop batch dropper and human review cards.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Compelling Unit Economics &amp; Commercial Viability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UNIT ECONOMICS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Denial Appeal Costs vs Recovers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Consumption per Denial: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 tokens across 7 nodes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on Ollama: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(Local Hardware)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36210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 on Cloud LLM: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₹8.50 – ₹12.00 / appeal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151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Denied Amount in Tier 2:
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₹42,000 / inpatient claim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Amount Recovered on Appeal:
</a:t>
            </a:r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₹34,500 (82% win rate on valid)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(ROI):
</a:t>
            </a:r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2,875x ROI on compute cost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REVENUE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Subscription &amp; Contingency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5603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0FDF4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Community Tier (Hackathon)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0" y="263347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/ Lifetime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28803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denials/month. Full 7-node pipeline, standard bilingual appeal generation.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361188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685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Nursing Home Growth 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09760" y="3685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 / Month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9319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denials/month + Pre-auth admission risk scanner + Supabase cloud backup.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4663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0160">
            <a:solidFill>
              <a:srgbClr val="D0DF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736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Pro Tier / Success Share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4736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₹8,999/mo OR 4% of Recovered Value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49834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denials, direct IRDAI Ombudsman filing automation, multi-user role gates.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BF3FA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 &amp; The Buildathon Oath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5240">
            <a:solidFill>
              <a:srgbClr val="D0DFEE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5-MINUTE LIVE DEMO 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00:00 - 00:45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Nagpur Story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94560" y="2304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Dr. Anjali Desai and her 14-day ₹18L denial crisis.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8529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00:45 - 02:00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Batch Dropper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0" y="3054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8 real denial PDFs on staging.rocketride.ai. Show pipeline trace firing.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602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02:00 - 03:15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36027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Agents &amp; Human Gate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38039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OCR extraction, TPA rule mapping, bilingual appeal draft, and 1-Click approval.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3525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03:15 - 04:15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43525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Intelligence Radar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45537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the engine alerts admission desk to prevent next month's denials.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5102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04:15 - 05:00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51023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Economics &amp; Close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94560" y="5303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₹11 cost vs ₹42,000 recovery. Real app, real engine, real impact.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76200" dist="25400" dir="8100000">
              <a:srgbClr val="0A254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HACKATHON COMMITMENT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PRATIGYA Wins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92240" y="2606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06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12280" y="2560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Publishable Real App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7614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staging.rocketride.ai, ready for live use.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326440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2280" y="32186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RocketRide is the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4198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load-bearing nodes orchestrating complex legal and clinical workflows.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39227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12280" y="38770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Up at Volume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12280" y="4078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processor easily handles 50+ mixed-media files simultaneously.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92240" y="458114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581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12280" y="45354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Safety 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2280" y="4736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+ clinical human gate prevents erroneous submissions.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92240" y="52395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12280" y="5193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Empowers Grassroots India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12280" y="5394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500,000+ under-resourced hospitals into empowered institutions.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2026-08-26T08:10:10Z</dcterms:created>
  <dcterms:modified xsi:type="dcterms:W3CDTF">2026-08-26T08:10:10Z</dcterms:modified>
</cp:coreProperties>
</file>